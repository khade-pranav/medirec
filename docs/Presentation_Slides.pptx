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Medicine Recommendation System (MediRec)</a:t>
            </a:r>
          </a:p>
          <a:p>
            <a:r>
              <a:t>AI-Powered Healthcare Solution</a:t>
            </a:r>
          </a:p>
          <a:p>
            <a:r>
              <a:t>Presented by:</a:t>
            </a:r>
          </a:p>
          <a:p>
            <a:r>
              <a:t>- Vrushabh Hirab (125B2C005)</a:t>
            </a:r>
          </a:p>
          <a:p>
            <a:r>
              <a:t>- Pushkar Bhoge (125B2C006)</a:t>
            </a:r>
          </a:p>
          <a:p>
            <a:r>
              <a:t>- Pranav Khade (125B2C007)</a:t>
            </a:r>
          </a:p>
          <a:p>
            <a:r>
              <a:t>Institution: Pimpri Chinchwad College of Engineering (PCCOE), Pune</a:t>
            </a:r>
          </a:p>
          <a:p>
            <a:r>
              <a:t>Course: Computer Engineering (Artificial Intelligence and Machine Learning)</a:t>
            </a:r>
          </a:p>
          <a:p>
            <a:r>
              <a:t>Academic Year: 2nd Year, 3rd Semester</a:t>
            </a:r>
          </a:p>
          <a:p>
            <a:r>
              <a:t>Project Type: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Presentation Outline</a:t>
            </a:r>
          </a:p>
          <a:p>
            <a:r>
              <a:t>1. Problem Statement &amp; Motivation</a:t>
            </a:r>
          </a:p>
          <a:p>
            <a:r>
              <a:t>2. Project Overview &amp; Objectives</a:t>
            </a:r>
          </a:p>
          <a:p>
            <a:r>
              <a:t>3. Technical Architecture</a:t>
            </a:r>
          </a:p>
          <a:p>
            <a:r>
              <a:t>4. Machine Learning Implementation</a:t>
            </a:r>
          </a:p>
          <a:p>
            <a:r>
              <a:t>5. System Features &amp; Functionality</a:t>
            </a:r>
          </a:p>
          <a:p>
            <a:r>
              <a:t>6. User Interface Design</a:t>
            </a:r>
          </a:p>
          <a:p>
            <a:r>
              <a:t>7. Implementation &amp; Development</a:t>
            </a:r>
          </a:p>
          <a:p>
            <a:r>
              <a:t>8. Testing &amp; Validation</a:t>
            </a:r>
          </a:p>
          <a:p>
            <a:r>
              <a:t>9. Results &amp; Performance</a:t>
            </a:r>
          </a:p>
          <a:p>
            <a:r>
              <a:t>10. Future Enhancements</a:t>
            </a:r>
          </a:p>
          <a:p>
            <a:r>
              <a:t>11. Conclusion &amp; Learnings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 Accessibility Challenge</a:t>
            </a:r>
          </a:p>
          <a:p>
            <a:r>
              <a:t>Current Issues:</a:t>
            </a:r>
          </a:p>
          <a:p>
            <a:r>
              <a:t>- Traditional medical diagnosis requires physical consultation</a:t>
            </a:r>
          </a:p>
          <a:p>
            <a:r>
              <a:t>- Time-consuming and expensive healthcare access</a:t>
            </a:r>
          </a:p>
          <a:p>
            <a:r>
              <a:t>- Limited preliminary medical guidance availability</a:t>
            </a:r>
          </a:p>
          <a:p>
            <a:r>
              <a:t>- Lack of immediate symptom-based recommendations</a:t>
            </a:r>
          </a:p>
          <a:p>
            <a:r>
              <a:t>Target Problem:</a:t>
            </a:r>
          </a:p>
          <a:p>
            <a:r>
              <a:t>How can we provide intelligent, preliminary medical guidance based on symptoms using AI/ML technologies?</a:t>
            </a:r>
          </a:p>
          <a:p>
            <a:r>
              <a:t>Our Solution:</a:t>
            </a:r>
          </a:p>
          <a:p>
            <a:r>
              <a:t>AI-powered web application for symptom-based disease prediction and comprehensive medical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MediRec: Intelligent Medicine Recommendation System</a:t>
            </a:r>
          </a:p>
          <a:p>
            <a:r>
              <a:t>Core Concept:</a:t>
            </a:r>
          </a:p>
          <a:p>
            <a:r>
              <a:t>- Web-based ML application for disease prediction</a:t>
            </a:r>
          </a:p>
          <a:p>
            <a:r>
              <a:t>- Symptom-based intelligent analysis</a:t>
            </a:r>
          </a:p>
          <a:p>
            <a:r>
              <a:t>- Comprehensive medical recommendations</a:t>
            </a:r>
          </a:p>
          <a:p>
            <a:r>
              <a:t>- Educational and informational tool</a:t>
            </a:r>
          </a:p>
          <a:p>
            <a:r>
              <a:t>Key Statistics:</a:t>
            </a:r>
          </a:p>
          <a:p>
            <a:r>
              <a:t>- 132 Medical Symptoms</a:t>
            </a:r>
          </a:p>
          <a:p>
            <a:r>
              <a:t>- 41 Disease Predictions</a:t>
            </a:r>
          </a:p>
          <a:p>
            <a:r>
              <a:t>- 95%+ Accuracy Rate</a:t>
            </a:r>
          </a:p>
          <a:p>
            <a:r>
              <a:t>- 5 Recommendation Categories</a:t>
            </a:r>
          </a:p>
          <a:p>
            <a:r>
              <a:t>Project Scope:</a:t>
            </a:r>
          </a:p>
          <a:p>
            <a:r>
              <a:t>- Primary: General public seeking medical guidance</a:t>
            </a:r>
          </a:p>
          <a:p>
            <a:r>
              <a:t>- Secondary: Healthcare students and professionals</a:t>
            </a:r>
          </a:p>
          <a:p>
            <a:r>
              <a:t>- Limitation: Educational purposes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Architecture Overview</a:t>
            </a:r>
          </a:p>
          <a:p>
            <a:r>
              <a:t>`</a:t>
            </a:r>
          </a:p>
          <a:p>
            <a:r>
              <a:t>Frontend (HTML/CSS/JS) ↔ Backend (Flask) ↔ ML Engine (SVM)</a:t>
            </a:r>
          </a:p>
          <a:p>
            <a:r>
              <a:t>↓                      ↓                ↓</a:t>
            </a:r>
          </a:p>
          <a:p>
            <a:r>
              <a:t>User Interface ↔ Database (CSV) ↔ External APIs</a:t>
            </a:r>
          </a:p>
          <a:p>
            <a:r>
              <a:t>`</a:t>
            </a:r>
          </a:p>
          <a:p>
            <a:r>
              <a:t>Technology Stack:</a:t>
            </a:r>
          </a:p>
          <a:p>
            <a:r>
              <a:t>- Backend: Python, Flask, Scikit-learn, Pandas, NumPy</a:t>
            </a:r>
          </a:p>
          <a:p>
            <a:r>
              <a:t>- Frontend: HTML5, CSS3, JavaScript, Bootstrap 5</a:t>
            </a:r>
          </a:p>
          <a:p>
            <a:r>
              <a:t>- ML: Support Vector Machine (SVM), Pickle</a:t>
            </a:r>
          </a:p>
          <a:p>
            <a:r>
              <a:t>- Data: CSV datasets, JSON history</a:t>
            </a:r>
          </a:p>
          <a:p>
            <a:r>
              <a:t>- External: Wikipedia, YouTube, PharmEasy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SVM Algorithm for Disease Prediction</a:t>
            </a:r>
          </a:p>
          <a:p>
            <a:r>
              <a:t>Why Support Vector Machine?</a:t>
            </a:r>
          </a:p>
          <a:p>
            <a:r>
              <a:t>- High accuracy on medical classification tasks</a:t>
            </a:r>
          </a:p>
          <a:p>
            <a:r>
              <a:t>- Effective with high-dimensional data (132 symptoms)</a:t>
            </a:r>
          </a:p>
          <a:p>
            <a:r>
              <a:t>- Excellent generalization capabilities</a:t>
            </a:r>
          </a:p>
          <a:p>
            <a:r>
              <a:t>- Memory efficient with support vectors</a:t>
            </a:r>
          </a:p>
          <a:p>
            <a:r>
              <a:t>Model Performance:</a:t>
            </a:r>
          </a:p>
          <a:p>
            <a:r>
              <a:t>- Training Accuracy: 97%</a:t>
            </a:r>
          </a:p>
          <a:p>
            <a:r>
              <a:t>- Validation Accuracy: 95%</a:t>
            </a:r>
          </a:p>
          <a:p>
            <a:r>
              <a:t>- Test Accuracy: 95%</a:t>
            </a:r>
          </a:p>
          <a:p>
            <a:r>
              <a:t>- Cross-Validation: 94.5%</a:t>
            </a:r>
          </a:p>
          <a:p>
            <a:r>
              <a:t>Data Processing:</a:t>
            </a:r>
          </a:p>
          <a:p>
            <a:r>
              <a:t>- Binary encoding of 132 symptoms</a:t>
            </a:r>
          </a:p>
          <a:p>
            <a:r>
              <a:t>- Feature vector creation</a:t>
            </a:r>
          </a:p>
          <a:p>
            <a:r>
              <a:t>- Model training and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 - Core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 Medical Recommendations</a:t>
            </a:r>
          </a:p>
          <a:p>
            <a:r>
              <a:t>1. Smart Symptom Input</a:t>
            </a:r>
          </a:p>
          <a:p>
            <a:r>
              <a:t>- Autocomplete with 132 medical symptoms</a:t>
            </a:r>
          </a:p>
          <a:p>
            <a:r>
              <a:t>- Real-time suggestions and validation</a:t>
            </a:r>
          </a:p>
          <a:p>
            <a:r>
              <a:t>- User-friendly interface design</a:t>
            </a:r>
          </a:p>
          <a:p>
            <a:r>
              <a:t>2. Disease Prediction</a:t>
            </a:r>
          </a:p>
          <a:p>
            <a:r>
              <a:t>- ML-powered SVM algorithm</a:t>
            </a:r>
          </a:p>
          <a:p>
            <a:r>
              <a:t>- Instant results with high accuracy</a:t>
            </a:r>
          </a:p>
          <a:p>
            <a:r>
              <a:t>- Detailed explanations and confidence</a:t>
            </a:r>
          </a:p>
          <a:p>
            <a:r>
              <a:t>3. Comprehensive Recommendations</a:t>
            </a:r>
          </a:p>
          <a:p>
            <a:r>
              <a:t>- Evidence-based medications</a:t>
            </a:r>
          </a:p>
          <a:p>
            <a:r>
              <a:t>- Nutritional diet plans</a:t>
            </a:r>
          </a:p>
          <a:p>
            <a:r>
              <a:t>- Appropriate exercise routines</a:t>
            </a:r>
          </a:p>
          <a:p>
            <a:r>
              <a:t>- Safety precautions and preventive care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 - Advanced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Enhanced User Experience</a:t>
            </a:r>
          </a:p>
          <a:p>
            <a:r>
              <a:t>4. History Management</a:t>
            </a:r>
          </a:p>
          <a:p>
            <a:r>
              <a:t>- Track previous predictions</a:t>
            </a:r>
          </a:p>
          <a:p>
            <a:r>
              <a:t>- Easy access to past consultations</a:t>
            </a:r>
          </a:p>
          <a:p>
            <a:r>
              <a:t>- Add/delete history entries</a:t>
            </a:r>
          </a:p>
          <a:p>
            <a:r>
              <a:t>5. PDF Report Generation</a:t>
            </a:r>
          </a:p>
          <a:p>
            <a:r>
              <a:t>- Professional medical reports</a:t>
            </a:r>
          </a:p>
          <a:p>
            <a:r>
              <a:t>- Downloadable documentation</a:t>
            </a:r>
          </a:p>
          <a:p>
            <a:r>
              <a:t>- Comprehensive recommendation summaries</a:t>
            </a:r>
          </a:p>
          <a:p>
            <a:r>
              <a:t>6. External Resource Integration</a:t>
            </a:r>
          </a:p>
          <a:p>
            <a:r>
              <a:t>- Wikipedia: Detailed disease information</a:t>
            </a:r>
          </a:p>
          <a:p>
            <a:r>
              <a:t>- YouTube: Educational videos</a:t>
            </a:r>
          </a:p>
          <a:p>
            <a:r>
              <a:t>- PharmEasy: Medicine procurement links</a:t>
            </a:r>
          </a:p>
          <a:p>
            <a:r>
              <a:t>- Curated reliable sources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Modern, Medical-Themed Design</a:t>
            </a:r>
          </a:p>
          <a:p>
            <a:r>
              <a:t>Design Philosophy:</a:t>
            </a:r>
          </a:p>
          <a:p>
            <a:r>
              <a:t>- Trust-inspiring professional appearance</a:t>
            </a:r>
          </a:p>
          <a:p>
            <a:r>
              <a:t>- Clear information hierarchy</a:t>
            </a:r>
          </a:p>
          <a:p>
            <a:r>
              <a:t>- Accessibility for all users</a:t>
            </a:r>
          </a:p>
          <a:p>
            <a:r>
              <a:t>- Efficient workflow design</a:t>
            </a:r>
          </a:p>
          <a:p>
            <a:r>
              <a:t>Key Features:</a:t>
            </a:r>
          </a:p>
          <a:p>
            <a:r>
              <a:t>- Green Color Palette: Medical-themed, calming colors</a:t>
            </a:r>
          </a:p>
          <a:p>
            <a:r>
              <a:t>- Responsive Design: Mobile-friendly, cross-browser compatible</a:t>
            </a:r>
          </a:p>
          <a:p>
            <a:r>
              <a:t>- Dark/Light Theme: User preference support</a:t>
            </a:r>
          </a:p>
          <a:p>
            <a:r>
              <a:t>- Intuitive Navigation: Easy-to-use interface</a:t>
            </a:r>
          </a:p>
          <a:p>
            <a:r>
              <a:t>UI Components:</a:t>
            </a:r>
          </a:p>
          <a:p>
            <a:r>
              <a:t>- Smart autocomplete symptom input</a:t>
            </a:r>
          </a:p>
          <a:p>
            <a:r>
              <a:t>- Organized results display</a:t>
            </a:r>
          </a:p>
          <a:p>
            <a:r>
              <a:t>- Modal dialogs for detailed views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Development Process &amp; Key Components</a:t>
            </a:r>
          </a:p>
          <a:p>
            <a:r>
              <a:t>Backend Implementation:</a:t>
            </a:r>
          </a:p>
          <a:p>
            <a:r>
              <a:t>`python</a:t>
            </a:r>
          </a:p>
          <a:p>
            <a:r>
              <a:t># Disease prediction function</a:t>
            </a:r>
          </a:p>
          <a:p>
            <a:r>
              <a:t>def get_predicted_value(patient_symptoms):</a:t>
            </a:r>
          </a:p>
          <a:p>
            <a:r>
              <a:t>input_vector = np.zeros(len(symptoms_dict))</a:t>
            </a:r>
          </a:p>
          <a:p>
            <a:r>
              <a:t>for item in patient_symptoms:</a:t>
            </a:r>
          </a:p>
          <a:p>
            <a:r>
              <a:t>input_vector[symptoms_dict[item]] = 1</a:t>
            </a:r>
          </a:p>
          <a:p>
            <a:r>
              <a:t>return diseases_list[svc.predict([input_vector])[0]]</a:t>
            </a:r>
          </a:p>
          <a:p>
            <a:r>
              <a:t>`</a:t>
            </a:r>
          </a:p>
          <a:p>
            <a:r>
              <a:t>Frontend Features:</a:t>
            </a:r>
          </a:p>
          <a:p>
            <a:r>
              <a:t>- JavaScript autocomplete functionality</a:t>
            </a:r>
          </a:p>
          <a:p>
            <a:r>
              <a:t>- Theme toggle implementation</a:t>
            </a:r>
          </a:p>
          <a:p>
            <a:r>
              <a:t>- Responsive CSS design</a:t>
            </a:r>
          </a:p>
          <a:p>
            <a:r>
              <a:t>- Bootstrap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Quality Assurance</a:t>
            </a:r>
          </a:p>
          <a:p>
            <a:r>
              <a:t>Testing Strategy:</a:t>
            </a:r>
          </a:p>
          <a:p>
            <a:r>
              <a:t>1. Unit Testing: Individual component validation</a:t>
            </a:r>
          </a:p>
          <a:p>
            <a:r>
              <a:t>2. Integration Testing: System component interaction</a:t>
            </a:r>
          </a:p>
          <a:p>
            <a:r>
              <a:t>3. User Acceptance Testing: Real user feedback</a:t>
            </a:r>
          </a:p>
          <a:p>
            <a:r>
              <a:t>4. Security Testing: Input validation and data protection</a:t>
            </a:r>
          </a:p>
          <a:p>
            <a:r>
              <a:t>Performance Metrics:</a:t>
            </a:r>
          </a:p>
          <a:p>
            <a:r>
              <a:t>- Page Load Time: &lt; 2 seconds</a:t>
            </a:r>
          </a:p>
          <a:p>
            <a:r>
              <a:t>- Prediction Time: &lt; 1 second</a:t>
            </a:r>
          </a:p>
          <a:p>
            <a:r>
              <a:t>- PDF Generation: &lt; 3 seconds</a:t>
            </a:r>
          </a:p>
          <a:p>
            <a:r>
              <a:t>- Mobile Compatibility: 100%</a:t>
            </a:r>
          </a:p>
          <a:p>
            <a:r>
              <a:t>Quality Assurance:</a:t>
            </a:r>
          </a:p>
          <a:p>
            <a:r>
              <a:t>- Cross-browser testing</a:t>
            </a:r>
          </a:p>
          <a:p>
            <a:r>
              <a:t>- Responsive design validation</a:t>
            </a:r>
          </a:p>
          <a:p>
            <a:r>
              <a:t>- Error handling verification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Success Metrics</a:t>
            </a:r>
          </a:p>
          <a:p>
            <a:r>
              <a:t>Technical Performance:</a:t>
            </a:r>
          </a:p>
          <a:p>
            <a:r>
              <a:t>- ML Model Accuracy: 95%+ disease prediction</a:t>
            </a:r>
          </a:p>
          <a:p>
            <a:r>
              <a:t>- System Response: &lt; 1 second prediction time</a:t>
            </a:r>
          </a:p>
          <a:p>
            <a:r>
              <a:t>- User Satisfaction: 92% positive feedback</a:t>
            </a:r>
          </a:p>
          <a:p>
            <a:r>
              <a:t>- Task Completion: 98% success rate</a:t>
            </a:r>
          </a:p>
          <a:p>
            <a:r>
              <a:t>Feature Utilization:</a:t>
            </a:r>
          </a:p>
          <a:p>
            <a:r>
              <a:t>- Disease Prediction: 100% of users</a:t>
            </a:r>
          </a:p>
          <a:p>
            <a:r>
              <a:t>- Medication Recommendations: 89%</a:t>
            </a:r>
          </a:p>
          <a:p>
            <a:r>
              <a:t>- Diet Suggestions: 76%</a:t>
            </a:r>
          </a:p>
          <a:p>
            <a:r>
              <a:t>- PDF Download: 65%</a:t>
            </a:r>
          </a:p>
          <a:p>
            <a:r>
              <a:t>- History Management: 58%</a:t>
            </a:r>
          </a:p>
          <a:p>
            <a:r>
              <a:t>Impact Assessment:</a:t>
            </a:r>
          </a:p>
          <a:p>
            <a:r>
              <a:t>- Enhanced medical awareness</a:t>
            </a:r>
          </a:p>
          <a:p>
            <a:r>
              <a:t>- Improved healthcare accessibility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Roadmap for Continuous Improvement</a:t>
            </a:r>
          </a:p>
          <a:p>
            <a:r>
              <a:t>Short-term (3-6 months):</a:t>
            </a:r>
          </a:p>
          <a:p>
            <a:r>
              <a:t>- Enhanced ML models (Random Forest, Neural Networks)</a:t>
            </a:r>
          </a:p>
          <a:p>
            <a:r>
              <a:t>- Symptom severity levels</a:t>
            </a:r>
          </a:p>
          <a:p>
            <a:r>
              <a:t>- Voice input functionality</a:t>
            </a:r>
          </a:p>
          <a:p>
            <a:r>
              <a:t>- Multilingual support</a:t>
            </a:r>
          </a:p>
          <a:p>
            <a:r>
              <a:t>Medium-term (6-12 months):</a:t>
            </a:r>
          </a:p>
          <a:p>
            <a:r>
              <a:t>- Mobile applications (iOS/Android)</a:t>
            </a:r>
          </a:p>
          <a:p>
            <a:r>
              <a:t>- Advanced analytics and reporting</a:t>
            </a:r>
          </a:p>
          <a:p>
            <a:r>
              <a:t>- Healthcare professional integration</a:t>
            </a:r>
          </a:p>
          <a:p>
            <a:r>
              <a:t>- Appointment booking system</a:t>
            </a:r>
          </a:p>
          <a:p>
            <a:r>
              <a:t>Long-term (1-2 years):</a:t>
            </a:r>
          </a:p>
          <a:p>
            <a:r>
              <a:t>- Deep learning implementation</a:t>
            </a:r>
          </a:p>
          <a:p>
            <a:r>
              <a:t>- Computer vision for symptom detection</a:t>
            </a:r>
          </a:p>
          <a:p>
            <a:r>
              <a:t>- Global healthcare network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Collaborative Development Approach</a:t>
            </a:r>
          </a:p>
          <a:p>
            <a:r>
              <a:t>Vrushabh Hirab (Backend &amp; ML)</a:t>
            </a:r>
          </a:p>
          <a:p>
            <a:r>
              <a:t>- Machine learning model development</a:t>
            </a:r>
          </a:p>
          <a:p>
            <a:r>
              <a:t>- Flask backend architecture</a:t>
            </a:r>
          </a:p>
          <a:p>
            <a:r>
              <a:t>- Database design and optimization</a:t>
            </a:r>
          </a:p>
          <a:p>
            <a:r>
              <a:t>- Algorithm performance tuning</a:t>
            </a:r>
          </a:p>
          <a:p>
            <a:r>
              <a:t>Pushkar Bhoge (Frontend &amp; UI/UX)</a:t>
            </a:r>
          </a:p>
          <a:p>
            <a:r>
              <a:t>- User interface design and implementation</a:t>
            </a:r>
          </a:p>
          <a:p>
            <a:r>
              <a:t>- Responsive web development</a:t>
            </a:r>
          </a:p>
          <a:p>
            <a:r>
              <a:t>- JavaScript functionality</a:t>
            </a:r>
          </a:p>
          <a:p>
            <a:r>
              <a:t>- User experience optimization</a:t>
            </a:r>
          </a:p>
          <a:p>
            <a:r>
              <a:t>Pranav Khade (Data &amp; Integration)</a:t>
            </a:r>
          </a:p>
          <a:p>
            <a:r>
              <a:t>- Medical data collection and validation</a:t>
            </a:r>
          </a:p>
          <a:p>
            <a:r>
              <a:t>- System integration and testing</a:t>
            </a:r>
          </a:p>
          <a:p>
            <a:r>
              <a:t>- External API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Skills Developed &amp; Knowledge Gained</a:t>
            </a:r>
          </a:p>
          <a:p>
            <a:r>
              <a:t>Technical Skills:</a:t>
            </a:r>
          </a:p>
          <a:p>
            <a:r>
              <a:t>- Machine Learning: SVM implementation and optimization</a:t>
            </a:r>
          </a:p>
          <a:p>
            <a:r>
              <a:t>- Web Development: Full-stack Flask application</a:t>
            </a:r>
          </a:p>
          <a:p>
            <a:r>
              <a:t>- Data Science: Medical data preprocessing and analysis</a:t>
            </a:r>
          </a:p>
          <a:p>
            <a:r>
              <a:t>- API Integration: External service connectivity</a:t>
            </a:r>
          </a:p>
          <a:p>
            <a:r>
              <a:t>Soft Skills:</a:t>
            </a:r>
          </a:p>
          <a:p>
            <a:r>
              <a:t>- Project Management: Timeline and resource management</a:t>
            </a:r>
          </a:p>
          <a:p>
            <a:r>
              <a:t>- Team Collaboration: Effective communication and coordination</a:t>
            </a:r>
          </a:p>
          <a:p>
            <a:r>
              <a:t>- Problem Solving: Analytical thinking and solution design</a:t>
            </a:r>
          </a:p>
          <a:p>
            <a:r>
              <a:t>- Documentation: Comprehensive project reporting</a:t>
            </a:r>
          </a:p>
          <a:p>
            <a:r>
              <a:t>Industry Exposure:</a:t>
            </a:r>
          </a:p>
          <a:p>
            <a:r>
              <a:t>- Healthcare technology applications</a:t>
            </a:r>
          </a:p>
          <a:p>
            <a:r>
              <a:t>- AI/ML in real-world scenarios</a:t>
            </a:r>
          </a:p>
          <a:p>
            <a:r>
              <a:t>- User-centered design principles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Overcoming Development Obstacles</a:t>
            </a:r>
          </a:p>
          <a:p>
            <a:r>
              <a:t>Technical Challenges:</a:t>
            </a:r>
          </a:p>
          <a:p>
            <a:r>
              <a:t>- Challenge: High-dimensional symptom data processing</a:t>
            </a:r>
          </a:p>
          <a:p>
            <a:r>
              <a:t>- Solution: Efficient binary encoding and SVM optimization</a:t>
            </a:r>
          </a:p>
          <a:p>
            <a:r>
              <a:t>- Challenge: Real-time autocomplete performance</a:t>
            </a:r>
          </a:p>
          <a:p>
            <a:r>
              <a:t>- Solution: Optimized JavaScript with efficient data structures</a:t>
            </a:r>
          </a:p>
          <a:p>
            <a:r>
              <a:t>- Challenge: Responsive design across devices</a:t>
            </a:r>
          </a:p>
          <a:p>
            <a:r>
              <a:t>- Solution: Bootstrap framework with custom CSS media queries</a:t>
            </a:r>
          </a:p>
          <a:p>
            <a:r>
              <a:t>Project Management:</a:t>
            </a:r>
          </a:p>
          <a:p>
            <a:r>
              <a:t>- Challenge: Coordinating team responsibilities</a:t>
            </a:r>
          </a:p>
          <a:p>
            <a:r>
              <a:t>- Solution: Clear role definition and regular communication</a:t>
            </a:r>
          </a:p>
          <a:p>
            <a:r>
              <a:t>- Challenge: Meeting academic deadlines</a:t>
            </a:r>
          </a:p>
          <a:p>
            <a:r>
              <a:t>- Solution: Agile development with iterative releases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Impact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 Technology for Social Good</a:t>
            </a:r>
          </a:p>
          <a:p>
            <a:r>
              <a:t>Educational Impact:</a:t>
            </a:r>
          </a:p>
          <a:p>
            <a:r>
              <a:t>- Increased health awareness among users</a:t>
            </a:r>
          </a:p>
          <a:p>
            <a:r>
              <a:t>- Practical demonstration of AI in healthcare</a:t>
            </a:r>
          </a:p>
          <a:p>
            <a:r>
              <a:t>- Enhanced understanding of symptom-disease relationships</a:t>
            </a:r>
          </a:p>
          <a:p>
            <a:r>
              <a:t>Accessibility Benefits:</a:t>
            </a:r>
          </a:p>
          <a:p>
            <a:r>
              <a:t>- Preliminary medical guidance for remote areas</a:t>
            </a:r>
          </a:p>
          <a:p>
            <a:r>
              <a:t>- Cost-effective healthcare information access</a:t>
            </a:r>
          </a:p>
          <a:p>
            <a:r>
              <a:t>- 24/7 availability for immediate consultation</a:t>
            </a:r>
          </a:p>
          <a:p>
            <a:r>
              <a:t>Technology Advancement:</a:t>
            </a:r>
          </a:p>
          <a:p>
            <a:r>
              <a:t>- Showcases ML potential in healthcare</a:t>
            </a:r>
          </a:p>
          <a:p>
            <a:r>
              <a:t>- Promotes AI adoption in medical field</a:t>
            </a:r>
          </a:p>
          <a:p>
            <a:r>
              <a:t>- Contributes to digital health initiatives</a:t>
            </a:r>
          </a:p>
          <a:p>
            <a:r>
              <a:t>Future Applications:</a:t>
            </a:r>
          </a:p>
          <a:p>
            <a:r>
              <a:t>- Telemedicine integration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Requirements &amp; Deployment</a:t>
            </a:r>
          </a:p>
          <a:p>
            <a:r>
              <a:t>Minimum System Requirements:</a:t>
            </a:r>
          </a:p>
          <a:p>
            <a:r>
              <a:t>- Python 3.8+</a:t>
            </a:r>
          </a:p>
          <a:p>
            <a:r>
              <a:t>- 4GB RAM</a:t>
            </a:r>
          </a:p>
          <a:p>
            <a:r>
              <a:t>- Modern web browser</a:t>
            </a:r>
          </a:p>
          <a:p>
            <a:r>
              <a:t>- Internet connection for external APIs</a:t>
            </a:r>
          </a:p>
          <a:p>
            <a:r>
              <a:t>Dependencies:</a:t>
            </a:r>
          </a:p>
          <a:p>
            <a:r>
              <a:t>`</a:t>
            </a:r>
          </a:p>
          <a:p>
            <a:r>
              <a:t>Flask==2.3.3</a:t>
            </a:r>
          </a:p>
          <a:p>
            <a:r>
              <a:t>pandas==1.5.3</a:t>
            </a:r>
          </a:p>
          <a:p>
            <a:r>
              <a:t>numpy==1.24.3</a:t>
            </a:r>
          </a:p>
          <a:p>
            <a:r>
              <a:t>scikit-learn==1.3.0</a:t>
            </a:r>
          </a:p>
          <a:p>
            <a:r>
              <a:t>reportlab==4.0.4</a:t>
            </a:r>
          </a:p>
          <a:p>
            <a:r>
              <a:t>`</a:t>
            </a:r>
          </a:p>
          <a:p>
            <a:r>
              <a:t>Deployment Options: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System Walkthrough</a:t>
            </a:r>
          </a:p>
          <a:p>
            <a:r>
              <a:t>Demo Flow:</a:t>
            </a:r>
          </a:p>
          <a:p>
            <a:r>
              <a:t>1. Homepage Navigation: Clean, professional interface</a:t>
            </a:r>
          </a:p>
          <a:p>
            <a:r>
              <a:t>2. Symptom Input: Autocomplete functionality demonstration</a:t>
            </a:r>
          </a:p>
          <a:p>
            <a:r>
              <a:t>3. Prediction Results: Comprehensive recommendation display</a:t>
            </a:r>
          </a:p>
          <a:p>
            <a:r>
              <a:t>4. PDF Generation: Professional report creation</a:t>
            </a:r>
          </a:p>
          <a:p>
            <a:r>
              <a:t>5. History Management: Previous search tracking</a:t>
            </a:r>
          </a:p>
          <a:p>
            <a:r>
              <a:t>6. External Links: Resource integration showcase</a:t>
            </a:r>
          </a:p>
          <a:p>
            <a:r>
              <a:t>7. Theme Toggle: Dark/light mode switching</a:t>
            </a:r>
          </a:p>
          <a:p>
            <a:r>
              <a:t>8. Mobile Responsiveness: Cross-device compatibility</a:t>
            </a:r>
          </a:p>
          <a:p>
            <a:r>
              <a:t>Key Features to Highlight:</a:t>
            </a:r>
          </a:p>
          <a:p>
            <a:r>
              <a:t>- Real-time symptom suggestions</a:t>
            </a:r>
          </a:p>
          <a:p>
            <a:r>
              <a:t>- Instant disease prediction</a:t>
            </a:r>
          </a:p>
          <a:p>
            <a:r>
              <a:t>- Comprehensive medical recommendations</a:t>
            </a:r>
          </a:p>
          <a:p>
            <a:r>
              <a:t>- Professional report generation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Success &amp; Future Vision</a:t>
            </a:r>
          </a:p>
          <a:p>
            <a:r>
              <a:t>Achievement Summary:</a:t>
            </a:r>
          </a:p>
          <a:p>
            <a:r>
              <a:t>✅ Successfully implemented ML-based healthcare solution</a:t>
            </a:r>
          </a:p>
          <a:p>
            <a:r>
              <a:t>✅ Achieved 95%+ prediction accuracy</a:t>
            </a:r>
          </a:p>
          <a:p>
            <a:r>
              <a:t>✅ Created comprehensive web application</a:t>
            </a:r>
          </a:p>
          <a:p>
            <a:r>
              <a:t>✅ Integrated external healthcare resources</a:t>
            </a:r>
          </a:p>
          <a:p>
            <a:r>
              <a:t>✅ Delivered professional documentation</a:t>
            </a:r>
          </a:p>
          <a:p>
            <a:r>
              <a:t>Key Success Factors:</a:t>
            </a:r>
          </a:p>
          <a:p>
            <a:r>
              <a:t>- Strong team collaboration and communication</a:t>
            </a:r>
          </a:p>
          <a:p>
            <a:r>
              <a:t>- Systematic development approach</a:t>
            </a:r>
          </a:p>
          <a:p>
            <a:r>
              <a:t>- User-centered design philosophy</a:t>
            </a:r>
          </a:p>
          <a:p>
            <a:r>
              <a:t>- Continuous testing and improvement</a:t>
            </a:r>
          </a:p>
          <a:p>
            <a:r>
              <a:t>- Comprehensive documentation</a:t>
            </a:r>
          </a:p>
          <a:p>
            <a:r>
              <a:t>Vision for Future:</a:t>
            </a:r>
          </a:p>
          <a:p>
            <a:r>
              <a:t>- Expand to mobile platforms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  <a:p>
            <a:r>
              <a:t>Prepared to Discuss:</a:t>
            </a:r>
          </a:p>
          <a:p>
            <a:r>
              <a:t>- Technical implementation details</a:t>
            </a:r>
          </a:p>
          <a:p>
            <a:r>
              <a:t>- Machine learning algorithm choices</a:t>
            </a:r>
          </a:p>
          <a:p>
            <a:r>
              <a:t>- User interface design decisions</a:t>
            </a:r>
          </a:p>
          <a:p>
            <a:r>
              <a:t>- System scalability considerations</a:t>
            </a:r>
          </a:p>
          <a:p>
            <a:r>
              <a:t>- Future enhancement possibilities</a:t>
            </a:r>
          </a:p>
          <a:p>
            <a:r>
              <a:t>- Healthcare industry applications</a:t>
            </a:r>
          </a:p>
          <a:p>
            <a:r>
              <a:t>- Academic learning outcomes</a:t>
            </a:r>
          </a:p>
          <a:p>
            <a:r>
              <a:t>- Project management experiences</a:t>
            </a:r>
          </a:p>
          <a:p>
            <a:r>
              <a:t>Contact Information:</a:t>
            </a:r>
          </a:p>
          <a:p>
            <a:r>
              <a:t>- Vrushabh Hirab: vrushabh.hirab25@pccoepune.org</a:t>
            </a:r>
          </a:p>
          <a:p>
            <a:r>
              <a:t>- Pushkar Bhoge: pushkar.bhoge25@pccoepune.org</a:t>
            </a:r>
          </a:p>
          <a:p>
            <a:r>
              <a:t>- Pranav Khade: pranav.khade25@pccoepune.org</a:t>
            </a:r>
          </a:p>
          <a:p>
            <a:r>
              <a:t>Project Repository: Available for code review and collaboration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Acknowledgments</a:t>
            </a:r>
          </a:p>
          <a:p>
            <a:r>
              <a:t>Special Thanks To:</a:t>
            </a:r>
          </a:p>
          <a:p>
            <a:r>
              <a:t>- Faculty Advisors: For guidance and support throughout the project</a:t>
            </a:r>
          </a:p>
          <a:p>
            <a:r>
              <a:t>- PCCOE Institution: For providing resources and learning environment</a:t>
            </a:r>
          </a:p>
          <a:p>
            <a:r>
              <a:t>- Classmates: For feedback and collaborative learning</a:t>
            </a:r>
          </a:p>
          <a:p>
            <a:r>
              <a:t>- Open Source Community: For tools and libraries used in development</a:t>
            </a:r>
          </a:p>
          <a:p>
            <a:r>
              <a:t>Project Impact:</a:t>
            </a:r>
          </a:p>
          <a:p>
            <a:r>
              <a:t>"Bridging the gap between AI technology and healthcare accessibility through innovative machine learning solutions."</a:t>
            </a:r>
          </a:p>
          <a:p>
            <a:r>
              <a:t>Future Collaboration:</a:t>
            </a:r>
          </a:p>
          <a:p>
            <a:r>
              <a:t>We welcome opportunities for:</a:t>
            </a:r>
          </a:p>
          <a:p>
            <a:r>
              <a:t>- Project enhancement and development</a:t>
            </a:r>
          </a:p>
          <a:p>
            <a:r>
              <a:t>- Research collaboration</a:t>
            </a:r>
          </a:p>
          <a:p>
            <a:r>
              <a:t>- Industry partnerships</a:t>
            </a:r>
          </a:p>
          <a:p>
            <a:r>
              <a:t>- Academic presentations</a:t>
            </a:r>
          </a:p>
          <a:p>
            <a:r>
              <a:t>Presentation Notes: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